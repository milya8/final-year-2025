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9d79be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9d79be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9d79be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9d79be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9d79be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9d79be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99d79be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99d79be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99d79be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99d79be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9d79be5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99d79be5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99d79be5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99d79be5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9d79be5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9d79be5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Conductors at RF and Transmission Lines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DC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Resistance = Length / (Conductivity * Cross Sectional Area)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Resistance = </a:t>
            </a:r>
            <a:r>
              <a:rPr lang="en"/>
              <a:t>Length * Resistivity / CSA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 DC, whole conductor is used to carry the current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AC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Resistance increases with frequency because of skin effect (inductance)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XL = jwL where w = 2pi f ao XL = j 2 pi fL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RF current flow migrate to the outer edge of the conductor to flow along path with </a:t>
            </a:r>
            <a:r>
              <a:rPr lang="en"/>
              <a:t>least</a:t>
            </a:r>
            <a:r>
              <a:rPr lang="en"/>
              <a:t> resistance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Skin Depth Formula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5-10-07 at 5.44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50" y="1293500"/>
            <a:ext cx="5157000" cy="31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Transmission Lines	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TV and RF cables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Microstrip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Twisted Pair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of Transmission Lines	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Length of cable &gt;0.1 lambda (1/10 of wavelength of transmitted signal)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not: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Radiation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 Impedance 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transmission line of infinite length, what happens when a battery is connected?</a:t>
            </a:r>
            <a:endParaRPr/>
          </a:p>
        </p:txBody>
      </p:sp>
      <p:pic>
        <p:nvPicPr>
          <p:cNvPr id="93" name="Google Shape;93;p19" title="Screenshot 2025-10-07 at 5.59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75" y="2028825"/>
            <a:ext cx="64198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 title="Screenshot 2025-10-07 at 5.59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1875" y="3114675"/>
            <a:ext cx="280035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Transmission Line Models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Zs = input impedance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Zo = characteristic impedance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ZL = load impedance </a:t>
            </a:r>
            <a:endParaRPr/>
          </a:p>
        </p:txBody>
      </p:sp>
      <p:pic>
        <p:nvPicPr>
          <p:cNvPr id="101" name="Google Shape;101;p20" title="Screenshot 2025-10-07 at 6.01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07062"/>
            <a:ext cx="3889550" cy="37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 title="Reflection,000coefficient, =(1_IN-Z0)(ZIN+ZO)=ZlZ--₀ZL+Z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5851"/>
            <a:ext cx="9143999" cy="2629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